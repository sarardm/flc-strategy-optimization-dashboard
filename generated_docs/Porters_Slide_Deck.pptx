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Porter's Five Forces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Competitive Market Assessment</a:t>
            </a:r>
          </a:p>
          <a:p>
            <a:r>
              <a:t>Fort Lewis College Academic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Porter's Five Forces framework assesses the competitive intensity of the higher education market in which Fort Lewis College operates. This analysis corrects common AI assumptions: online competition is unverified for FLC (place-based students may not be choosing online), faculty 'scarcity' is a Durango recruitment issue (national supply is HIGH in most fields), and FLC's experiential value proposition serves a distinct market segment.</a:t>
            </a:r>
          </a:p>
          <a:p>
            <a:pPr/>
            <a:r>
              <a:t>Source: Published higher education research + FLC institutional data</a:t>
            </a:r>
          </a:p>
          <a:p>
            <a:pPr/>
            <a:r>
              <a:t>Each force rated 1-5 (Low-High intensity) with indicators and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Rivalry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High (4.0/5)</a:t>
            </a:r>
          </a:p>
          <a:p>
            <a:pPr/>
            <a:r>
              <a:t>Intense competition from CU system, CSU, Western Colorado; online threat assumed but unverified for FLC</a:t>
            </a:r>
          </a:p>
          <a:p>
            <a:pPr/>
            <a:r>
              <a:t>Number of competing institutions in CO: 30+ (Increasing)</a:t>
            </a:r>
          </a:p>
          <a:p>
            <a:pPr/>
            <a:r>
              <a:t>FLC market share of CO HS graduates: ~2% (Stable)</a:t>
            </a:r>
          </a:p>
          <a:p>
            <a:pPr/>
            <a:r>
              <a:t>Enrollment change vs peers: -2.5% (Declining)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of New Entrants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Medium (3.0/5)</a:t>
            </a:r>
          </a:p>
          <a:p>
            <a:pPr/>
            <a:r>
              <a:t>Accreditation remains HIGH barrier for degree-granting; certificate/non-degree entrants are real threat</a:t>
            </a:r>
          </a:p>
          <a:p>
            <a:pPr/>
            <a:r>
              <a:t>Accreditation barriers (degree): High (Stable)</a:t>
            </a:r>
          </a:p>
          <a:p>
            <a:pPr/>
            <a:r>
              <a:t>Certificate/non-degree barriers: Low (Decreasing)</a:t>
            </a:r>
          </a:p>
          <a:p>
            <a:pPr/>
            <a:r>
              <a:t>Boot camp / micro-credential programs: Growing (Increasing)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Bargaining Power of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High (4.0/5)</a:t>
            </a:r>
          </a:p>
          <a:p>
            <a:pPr/>
            <a:r>
              <a:t>Students have many choices; price sensitivity high; FLC must compete on value and outcomes</a:t>
            </a:r>
          </a:p>
          <a:p>
            <a:pPr/>
            <a:r>
              <a:t>Yield rate (needs verification): Unverified (Unknown)</a:t>
            </a:r>
          </a:p>
          <a:p>
            <a:pPr/>
            <a:r>
              <a:t>Summer melt rate (FY): 12.9% (Improving)</a:t>
            </a:r>
          </a:p>
          <a:p>
            <a:pPr/>
            <a:r>
              <a:t>Transfer-out competition: Moderate (Stable)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Bargaining Power of Suppliers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Medium (3.0/5)</a:t>
            </a:r>
          </a:p>
          <a:p>
            <a:pPr/>
            <a:r>
              <a:t>National faculty supply HIGH in most fields; real issue is Durango recruitment (cost of living + salary)</a:t>
            </a:r>
          </a:p>
          <a:p>
            <a:pPr/>
            <a:r>
              <a:t>National faculty supply: High (Stable)</a:t>
            </a:r>
          </a:p>
          <a:p>
            <a:pPr/>
            <a:r>
              <a:t>Durango cost of living barrier: High (Increasing)</a:t>
            </a:r>
          </a:p>
          <a:p>
            <a:pPr/>
            <a:r>
              <a:t>Durango recruitment competitiveness: Below avg (Worsening)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of Substitutes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Medium (3.0/5)</a:t>
            </a:r>
          </a:p>
          <a:p>
            <a:pPr/>
            <a:r>
              <a:t>Online/certificates growing nationally, but FLC's place-based brand serves experience-preferring students</a:t>
            </a:r>
          </a:p>
          <a:p>
            <a:pPr/>
            <a:r>
              <a:t>Online degree program growth (national): Rapid (Increasing)</a:t>
            </a:r>
          </a:p>
          <a:p>
            <a:pPr/>
            <a:r>
              <a:t>Micro-credential adoption: Growing (Increasing)</a:t>
            </a:r>
          </a:p>
          <a:p>
            <a:pPr/>
            <a:r>
              <a:t>Community college pathways: Strong (Increasing)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competitive intensity: 3.8/5 (HIGH)</a:t>
            </a:r>
          </a:p>
          <a:p>
            <a:pPr/>
            <a:r>
              <a:t>Strongest pressures: Competitive Rivalry (4.5), Student Power (4.0)</a:t>
            </a:r>
          </a:p>
          <a:p>
            <a:pPr/>
            <a:r>
              <a:t>FLC defensive moats: Native American mission, outdoor lifestyle, small-college experience</a:t>
            </a:r>
          </a:p>
          <a:p>
            <a:pPr/>
            <a:r>
              <a:t>Greatest vulnerabilities: online competition, price sensitivity, faculty recruitment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Leverage experiential/outdoor differentiators against online competitors</a:t>
            </a:r>
          </a:p>
          <a:p>
            <a:pPr/>
            <a:r>
              <a:t>Develop strategic pricing models for student price sensitivity</a:t>
            </a:r>
          </a:p>
          <a:p>
            <a:pPr/>
            <a:r>
              <a:t>Build transfer pathways with community colleges as partners, not rivals</a:t>
            </a:r>
          </a:p>
          <a:p>
            <a:pPr/>
            <a:r>
              <a:t>Invest in unique programs with limited regional competition</a:t>
            </a:r>
          </a:p>
          <a:p>
            <a:pPr/>
            <a:r>
              <a:t>Address faculty recruitment through creative compensation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